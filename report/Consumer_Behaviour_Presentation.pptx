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RETAIL CONSUMER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BEHAVIOUR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Leveraging shopping data to identify trends, improve engagement
and optimise marketing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Python  |  SQL  |  Power BI  | 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01 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02  Dataset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03  Methodology &amp;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04  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05  Recommendations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30352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06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 leading retail company wants to better understand customer shopping behaviour to improve sales, satisfaction and long-term loyalty. Management has noticed changes in purchasing patterns across demographics, categories and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A"/>
                </a:solidFill>
              </a:rPr>
              <a:t>KEY BUSINESS QUESTION: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47120" cy="13716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How can the company leverage consumer shopping data to identify trends, improve customer engagement, and optimise marketing and product strategies?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25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188720"/>
            <a:ext cx="2560320" cy="14630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25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Seasons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11247120" cy="16459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COLUMNS: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  •  Gender  •  Item Purchased  •  Category  •  Purchase Amount (USD)
Season  •  Review Rating  •  Subscription Status  •  Discount Applied
Promo Code Used  •  Payment Method  •  Frequency of Purchases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2C2A"/>
                </a:solidFill>
              </a:rPr>
              <a:t>Source: Kaggle — Customer Shopping Trends Dataset (iamsouravbanerjee)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METHODOLOGY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084831" cy="5486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084831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2084831" cy="256032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</a:rPr>
              <a:t>Load · Clean · Engineer features · Export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188720"/>
            <a:ext cx="2084831" cy="5486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737360"/>
            <a:ext cx="2084831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2194560"/>
            <a:ext cx="2084831" cy="256032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228600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</a:rPr>
              <a:t>8 charts · distributions · correlations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1188720"/>
            <a:ext cx="2084831" cy="5486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1184" y="1737360"/>
            <a:ext cx="2084831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1184" y="2194560"/>
            <a:ext cx="2084831" cy="256032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28600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</a:rPr>
              <a:t>7 business queries · revenue · segments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68896" y="1188720"/>
            <a:ext cx="2084831" cy="5486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8896" y="1737360"/>
            <a:ext cx="2084831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2194560"/>
            <a:ext cx="2084831" cy="256032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228600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</a:rPr>
              <a:t>6 visuals · 3 slicers · interactive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36608" y="1188720"/>
            <a:ext cx="2084831" cy="5486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8048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36608" y="1737360"/>
            <a:ext cx="2084831" cy="4572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36608" y="2194560"/>
            <a:ext cx="2084831" cy="256032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228600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A"/>
                </a:solidFill>
              </a:rPr>
              <a:t>Repo · README · notebooks · SQL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FINDINGS  (1 of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94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Category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94960" cy="18288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Clothing is the #1 revenue driver.
Accessories and Footwear follow.
Outerwear is the lowest performer.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594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Seasonal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394960" cy="18288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Fall = strongest sales season.
Summer = weakest season.
Spring and Winter perform similarly.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394960" cy="594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Discount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5394960" cy="18288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Discounts do NOT significantly
raise average spend.
Blanket discounting wastes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394960" cy="5943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Payment Preferences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34840"/>
            <a:ext cx="5394960" cy="18288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Credit Card and PayPal dominate.
Cash usage is declining.
Similar patterns across genders.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FINDINGS  (2 of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Demographics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566160" cy="2286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25–45 age group = most active buyers.
55+ = highest spend per transaction.
Slightly more male customers.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Review Ratings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83080"/>
            <a:ext cx="3566160" cy="2286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Avg rating: 3.5 to 4.2 across items.
No strong link between spend &amp; rating.
High ratings spread across categories.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783080"/>
            <a:ext cx="3566160" cy="22860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A"/>
                </a:solidFill>
              </a:rPr>
              <a:t>Subscribers purchase more frequently.
They use promo codes more actively.
Subscription drives long-term loyalty.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8872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25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Focus on Clothing &amp; Accessories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Highest ROI categories — increase stock and ad spend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18872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325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Launch campaigns before 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874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Strongest revenue season — prepare 6 weeks in advance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246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88036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017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Stop blanket discounting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Target discounts only at low-spend customer segments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8036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246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88036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59" y="3017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Optimise digital 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Prioritise Credit Card and PayPal for seamless 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937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57200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Target the 55+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257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Highest spend per order — use premium product campaigns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72000"/>
            <a:ext cx="640080" cy="13716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937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572000"/>
            <a:ext cx="5029200" cy="13716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59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A"/>
                </a:solidFill>
              </a:rPr>
              <a:t>Push subscription sign-ups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5257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85FA5"/>
                </a:solidFill>
              </a:rPr>
              <a:t>Subscribers buy more — offer incentives to convert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This end-to-end analysis demonstrates how consumer shopping data
can be systematically examined to uncover actionable business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20040" cy="3200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7860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Python cleaned and prepared 3,900 rows of transaction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90672"/>
            <a:ext cx="320040" cy="3200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SQL answered 7 specific business questions on revenue and 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21024"/>
            <a:ext cx="320040" cy="3200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39311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Power BI turned data into an interactive, shareable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51375"/>
            <a:ext cx="320040" cy="3200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9663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Findings point to clear actions on discounts, seasons and demographics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Data tells a story — this project learned how to read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Tools:  Python  |  SQL  |  Power BI  | 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Dataset:  Customer Shopping Trends — Kaggle (iamsouravbanerjee)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[Your Name]  |  [Your Email]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